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398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7701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5225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146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468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451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2181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782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223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9956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0390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1079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000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36224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89434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512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AED48-2EC2-49FE-BD8D-A736966627AE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C926CF3-75B7-42A5-B2DF-E0B824A02C5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2663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radoseis.blogspot.com/2011/03/organizacion-y-desorganizacion.html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with.mu/en/tutorials/1.1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www.ks7000.net.ve/category/software-libre/mysql/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A9ECED-7240-D509-39FC-77C18581C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57" y="2299600"/>
            <a:ext cx="7766936" cy="1646302"/>
          </a:xfrm>
        </p:spPr>
        <p:txBody>
          <a:bodyPr/>
          <a:lstStyle/>
          <a:p>
            <a:r>
              <a:rPr lang="es-MX" dirty="0"/>
              <a:t>EventosProApp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4FAFA5-642E-CFBD-0F01-8C812F6EA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057" y="4890281"/>
            <a:ext cx="7766936" cy="1096899"/>
          </a:xfrm>
        </p:spPr>
        <p:txBody>
          <a:bodyPr/>
          <a:lstStyle/>
          <a:p>
            <a:r>
              <a:rPr lang="es-CO" dirty="0"/>
              <a:t>Dylan Villanueva Luna – Análisis y Desarrollo de Software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7F1C273-B347-E5A2-AD27-CF643DC02A62}"/>
              </a:ext>
            </a:extLst>
          </p:cNvPr>
          <p:cNvSpPr txBox="1">
            <a:spLocks/>
          </p:cNvSpPr>
          <p:nvPr/>
        </p:nvSpPr>
        <p:spPr>
          <a:xfrm>
            <a:off x="1522057" y="3835239"/>
            <a:ext cx="7766936" cy="5828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MX" sz="2500" dirty="0"/>
              <a:t>Sistema de Gestión de Eventos Corporativos y Sociales</a:t>
            </a:r>
            <a:endParaRPr lang="es-CO" sz="2500" dirty="0"/>
          </a:p>
        </p:txBody>
      </p:sp>
    </p:spTree>
    <p:extLst>
      <p:ext uri="{BB962C8B-B14F-4D97-AF65-F5344CB8AC3E}">
        <p14:creationId xmlns:p14="http://schemas.microsoft.com/office/powerpoint/2010/main" val="2264388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E0927-B54D-A5A1-CA9F-412D227F1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Introducción y Contexto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CD58C4-619B-C0BC-D35D-77A093768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EventosPro Organizadores es una empresa de organización de eventos corporativos y sociales. Coordina proveedores de servicios, reserva de sedes y asignación de coordinadores. </a:t>
            </a:r>
            <a:endParaRPr lang="es-CO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7155E54-29EB-FE7D-1F5A-7462E812071E}"/>
              </a:ext>
            </a:extLst>
          </p:cNvPr>
          <p:cNvSpPr/>
          <p:nvPr/>
        </p:nvSpPr>
        <p:spPr>
          <a:xfrm>
            <a:off x="1232248" y="3908686"/>
            <a:ext cx="8041754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80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EventosProApp</a:t>
            </a:r>
          </a:p>
        </p:txBody>
      </p:sp>
    </p:spTree>
    <p:extLst>
      <p:ext uri="{BB962C8B-B14F-4D97-AF65-F5344CB8AC3E}">
        <p14:creationId xmlns:p14="http://schemas.microsoft.com/office/powerpoint/2010/main" val="3782427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9FB18-E64D-2DF9-2397-BF13FC0B4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Descripción del Problema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61DE27-CB0E-F53F-D20B-E19494486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 empresa necesita un sistema de escritorio que permita registrar clientes, eventos, sedes, coordinadores y proveedores. Debe gestionarse la asignación de proveedores a cada evento, el presupuesto y los pagos realizados. Es necesario saber en todo momento qué proveedores están comprometidos para un evento, qué coordinador lo dirige y en qué estado se encuentra la organización.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DA8915C-3289-C01D-3564-2E7E98020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654117" y="3914277"/>
            <a:ext cx="4825223" cy="253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992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59107-5059-5695-6DFF-0D66E7D7A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Propuesta de Solución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9527B0-4817-B38C-99DA-E275DFFFC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EventosProApp</a:t>
            </a:r>
            <a:r>
              <a:rPr lang="es-MX" dirty="0"/>
              <a:t> es una solución integral de escritorio diseñada para la planificación y administración de eventos. La aplicación permite centralizar la gestión de recursos, personal y sedes a través de una interfaz robusta, garantizando un control detallado de cada etapa del proceso organizativo.</a:t>
            </a:r>
            <a:endParaRPr lang="es-CO" dirty="0"/>
          </a:p>
          <a:p>
            <a:pPr lvl="1"/>
            <a:r>
              <a:rPr lang="es-MX" b="1" dirty="0"/>
              <a:t>Tipo de software:</a:t>
            </a:r>
            <a:r>
              <a:rPr lang="es-MX" dirty="0"/>
              <a:t> Aplicación de escritorio</a:t>
            </a:r>
            <a:endParaRPr lang="es-MX" b="1" dirty="0"/>
          </a:p>
          <a:p>
            <a:pPr lvl="1"/>
            <a:r>
              <a:rPr lang="es-MX" b="1" dirty="0"/>
              <a:t>Objetivo:</a:t>
            </a:r>
            <a:r>
              <a:rPr lang="es-MX" dirty="0"/>
              <a:t> Automatizar el proceso de solicitud y ejecución de los eventos, junto a la gestión de clientes y recursos</a:t>
            </a:r>
            <a:endParaRPr lang="es-MX" b="1" dirty="0"/>
          </a:p>
          <a:p>
            <a:pPr lvl="1"/>
            <a:r>
              <a:rPr lang="es-MX" b="1" dirty="0"/>
              <a:t>Característica principal:</a:t>
            </a:r>
            <a:r>
              <a:rPr lang="es-MX" dirty="0"/>
              <a:t> Centralización e integración directa entre los recursos de la empresa con sus clientes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040419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0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 12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14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16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F6ADB3-3DD0-4019-DF13-28487D8FA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es-CO">
                <a:solidFill>
                  <a:srgbClr val="FFFFFF"/>
                </a:solidFill>
              </a:rPr>
              <a:t>Tecnologías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17D8A3-246E-28B4-D5AB-7B7233A92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3508" t="13832" r="24426" b="12275"/>
          <a:stretch>
            <a:fillRect/>
          </a:stretch>
        </p:blipFill>
        <p:spPr>
          <a:xfrm>
            <a:off x="702913" y="959811"/>
            <a:ext cx="2008072" cy="18288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4F45BD-44E0-843D-3041-33896800F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r>
              <a:rPr lang="es-CO">
                <a:solidFill>
                  <a:srgbClr val="FFFFFF"/>
                </a:solidFill>
              </a:rPr>
              <a:t>Lenguaje: Python</a:t>
            </a:r>
          </a:p>
          <a:p>
            <a:r>
              <a:rPr lang="es-CO">
                <a:solidFill>
                  <a:srgbClr val="FFFFFF"/>
                </a:solidFill>
              </a:rPr>
              <a:t>Interfaz Gráfica de Usuario: Tkinter</a:t>
            </a:r>
          </a:p>
          <a:p>
            <a:r>
              <a:rPr lang="es-CO">
                <a:solidFill>
                  <a:srgbClr val="FFFFFF"/>
                </a:solidFill>
              </a:rPr>
              <a:t>Base de datos: MySQL</a:t>
            </a:r>
          </a:p>
          <a:p>
            <a:pPr marL="0" indent="0">
              <a:buNone/>
            </a:pPr>
            <a:endParaRPr lang="es-CO">
              <a:solidFill>
                <a:srgbClr val="FFFFFF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6A573A5-8250-3DDC-AE04-B8CC0889E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41777" t="45815" r="30922" b="26747"/>
          <a:stretch>
            <a:fillRect/>
          </a:stretch>
        </p:blipFill>
        <p:spPr>
          <a:xfrm>
            <a:off x="468254" y="4645297"/>
            <a:ext cx="2719335" cy="182435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3A63E31-0748-85AD-EF76-6138A38009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71" t="26616" r="17750" b="16367"/>
          <a:stretch>
            <a:fillRect/>
          </a:stretch>
        </p:blipFill>
        <p:spPr bwMode="auto">
          <a:xfrm>
            <a:off x="3456531" y="2355423"/>
            <a:ext cx="1344613" cy="2289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140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E7882-42F7-E02A-FDE1-2A4C4F8B0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Módulos del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68EDEA-E2A2-5D31-DB3D-4B7465398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Módulo de Acceso al Sistema</a:t>
            </a:r>
          </a:p>
          <a:p>
            <a:r>
              <a:rPr lang="es-MX" dirty="0"/>
              <a:t>Módulo de Gestión de Clientes</a:t>
            </a:r>
          </a:p>
          <a:p>
            <a:r>
              <a:rPr lang="es-MX" dirty="0"/>
              <a:t>Módulo de Gestión de Sedes</a:t>
            </a:r>
          </a:p>
          <a:p>
            <a:r>
              <a:rPr lang="es-MX" dirty="0"/>
              <a:t>Módulo de Gestión de Coordinadores</a:t>
            </a:r>
          </a:p>
          <a:p>
            <a:r>
              <a:rPr lang="es-MX" dirty="0"/>
              <a:t>Módulo de Gestión de Proveedores</a:t>
            </a:r>
          </a:p>
          <a:p>
            <a:r>
              <a:rPr lang="es-MX" dirty="0"/>
              <a:t>Módulo de Gestión de Eventos</a:t>
            </a:r>
          </a:p>
          <a:p>
            <a:r>
              <a:rPr lang="es-MX" dirty="0"/>
              <a:t>Módulo de Reportes (Dashboard)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96477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F7942-C60C-1067-D7F9-D0D3602A6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6533" y="3017425"/>
            <a:ext cx="2398934" cy="823150"/>
          </a:xfrm>
        </p:spPr>
        <p:txBody>
          <a:bodyPr/>
          <a:lstStyle/>
          <a:p>
            <a:r>
              <a:rPr lang="es-CO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1362086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Azul cáli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</TotalTime>
  <Words>263</Words>
  <Application>Microsoft Office PowerPoint</Application>
  <PresentationFormat>Panorámica</PresentationFormat>
  <Paragraphs>26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 3</vt:lpstr>
      <vt:lpstr>Faceta</vt:lpstr>
      <vt:lpstr>EventosProApp</vt:lpstr>
      <vt:lpstr>Introducción y Contexto</vt:lpstr>
      <vt:lpstr>Descripción del Problema</vt:lpstr>
      <vt:lpstr>Propuesta de Solución</vt:lpstr>
      <vt:lpstr>Tecnologías</vt:lpstr>
      <vt:lpstr>Módulos del Sistema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Villanueva</dc:creator>
  <cp:lastModifiedBy>Dylan Villanueva</cp:lastModifiedBy>
  <cp:revision>1</cp:revision>
  <dcterms:created xsi:type="dcterms:W3CDTF">2026-04-14T04:20:20Z</dcterms:created>
  <dcterms:modified xsi:type="dcterms:W3CDTF">2026-04-14T04:53:51Z</dcterms:modified>
</cp:coreProperties>
</file>